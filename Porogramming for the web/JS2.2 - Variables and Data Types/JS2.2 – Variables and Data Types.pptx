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9" roundtripDataSignature="AMtx7mggB45W23EO6LThw4f9Q0X6tu6l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4547AC-D991-4D76-BE91-ED15DE04E7DC}">
  <a:tblStyle styleId="{104547AC-D991-4D76-BE91-ED15DE04E7DC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6"/>
          </a:solidFill>
        </a:fill>
      </a:tcStyle>
    </a:wholeTbl>
    <a:band1H>
      <a:tcTxStyle/>
      <a:tcStyle>
        <a:fill>
          <a:solidFill>
            <a:srgbClr val="F9D7CA"/>
          </a:solidFill>
        </a:fill>
      </a:tcStyle>
    </a:band1H>
    <a:band2H>
      <a:tcTxStyle/>
    </a:band2H>
    <a:band1V>
      <a:tcTxStyle/>
      <a:tcStyle>
        <a:fill>
          <a:solidFill>
            <a:srgbClr val="F9D7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CenturyGothic-regular.fntdata"/><Relationship Id="rId14" Type="http://schemas.openxmlformats.org/officeDocument/2006/relationships/slide" Target="slides/slide8.xml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AU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F2E9DD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9pPr>
          </a:lstStyle>
          <a:p/>
        </p:txBody>
      </p:sp>
      <p:sp>
        <p:nvSpPr>
          <p:cNvPr id="20" name="Google Shape;20;p11"/>
          <p:cNvSpPr txBox="1"/>
          <p:nvPr>
            <p:ph type="ctrTitle"/>
          </p:nvPr>
        </p:nvSpPr>
        <p:spPr>
          <a:xfrm>
            <a:off x="1524000" y="10414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2E9DD"/>
              </a:buClr>
              <a:buSzPts val="6000"/>
              <a:buFont typeface="Century Gothic"/>
              <a:buNone/>
              <a:defRPr sz="6000">
                <a:solidFill>
                  <a:srgbClr val="F2E9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1219200" y="1825625"/>
            <a:ext cx="10134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1pPr>
            <a:lvl2pPr indent="-30861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2pPr>
            <a:lvl3pPr indent="-30861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3pPr>
            <a:lvl4pPr indent="-30861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4pPr>
            <a:lvl5pPr indent="-30861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5pPr>
            <a:lvl6pPr indent="-30861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6pPr>
            <a:lvl7pPr indent="-30861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7pPr>
            <a:lvl8pPr indent="-308609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8pPr>
            <a:lvl9pPr indent="-308609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1219200" y="4589463"/>
            <a:ext cx="1012825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9pPr>
          </a:lstStyle>
          <a:p/>
        </p:txBody>
      </p:sp>
      <p:sp>
        <p:nvSpPr>
          <p:cNvPr id="32" name="Google Shape;32;p13"/>
          <p:cNvSpPr txBox="1"/>
          <p:nvPr>
            <p:ph type="title"/>
          </p:nvPr>
        </p:nvSpPr>
        <p:spPr>
          <a:xfrm>
            <a:off x="1219200" y="1709738"/>
            <a:ext cx="10128250" cy="2862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6365111" y="1825625"/>
            <a:ext cx="49834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  <a:defRPr sz="2800"/>
            </a:lvl1pPr>
            <a:lvl2pPr indent="-335280" lvl="1" marL="9144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  <a:defRPr sz="2400"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3pPr>
            <a:lvl4pPr indent="-30861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4pPr>
            <a:lvl5pPr indent="-30861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5pPr>
            <a:lvl6pPr indent="-30861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6pPr>
            <a:lvl7pPr indent="-30861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7pPr>
            <a:lvl8pPr indent="-308609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8pPr>
            <a:lvl9pPr indent="-308609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1224296" y="1825625"/>
            <a:ext cx="49834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  <a:defRPr sz="2800"/>
            </a:lvl1pPr>
            <a:lvl2pPr indent="-335280" lvl="1" marL="9144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  <a:defRPr sz="2400"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3pPr>
            <a:lvl4pPr indent="-30861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4pPr>
            <a:lvl5pPr indent="-30861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5pPr>
            <a:lvl6pPr indent="-30861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6pPr>
            <a:lvl7pPr indent="-30861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7pPr>
            <a:lvl8pPr indent="-308609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8pPr>
            <a:lvl9pPr indent="-308609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9pPr>
          </a:lstStyle>
          <a:p/>
        </p:txBody>
      </p:sp>
      <p:sp>
        <p:nvSpPr>
          <p:cNvPr id="39" name="Google Shape;39;p14"/>
          <p:cNvSpPr txBox="1"/>
          <p:nvPr>
            <p:ph type="title"/>
          </p:nvPr>
        </p:nvSpPr>
        <p:spPr>
          <a:xfrm>
            <a:off x="1228825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6369832" y="2193925"/>
            <a:ext cx="498348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  <a:defRPr sz="2400"/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2pPr>
            <a:lvl3pPr indent="-30861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3pPr>
            <a:lvl4pPr indent="-299719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4pPr>
            <a:lvl5pPr indent="-29972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5pPr>
            <a:lvl6pPr indent="-29972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6pPr>
            <a:lvl7pPr indent="-29972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7pPr>
            <a:lvl8pPr indent="-29972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8pPr>
            <a:lvl9pPr indent="-29972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6369832" y="1489075"/>
            <a:ext cx="4983480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6" name="Google Shape;46;p15"/>
          <p:cNvSpPr txBox="1"/>
          <p:nvPr>
            <p:ph idx="3" type="body"/>
          </p:nvPr>
        </p:nvSpPr>
        <p:spPr>
          <a:xfrm>
            <a:off x="1224454" y="2193925"/>
            <a:ext cx="498348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  <a:defRPr sz="2400"/>
            </a:lvl1pPr>
            <a:lvl2pPr indent="-3175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2pPr>
            <a:lvl3pPr indent="-30861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 sz="1800"/>
            </a:lvl3pPr>
            <a:lvl4pPr indent="-299719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4pPr>
            <a:lvl5pPr indent="-29972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5pPr>
            <a:lvl6pPr indent="-29972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6pPr>
            <a:lvl7pPr indent="-29972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7pPr>
            <a:lvl8pPr indent="-29972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8pPr>
            <a:lvl9pPr indent="-29972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Char char="►"/>
              <a:defRPr sz="1600"/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1224454" y="1489075"/>
            <a:ext cx="4983480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8" name="Google Shape;48;p15"/>
          <p:cNvSpPr txBox="1"/>
          <p:nvPr>
            <p:ph type="title"/>
          </p:nvPr>
        </p:nvSpPr>
        <p:spPr>
          <a:xfrm>
            <a:off x="1224454" y="274638"/>
            <a:ext cx="1012299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53" name="Google Shape;53;p16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5411619" y="987425"/>
            <a:ext cx="5943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SzPts val="2240"/>
              <a:buChar char="►"/>
              <a:defRPr sz="3200"/>
            </a:lvl1pPr>
            <a:lvl2pPr indent="-353060" lvl="1" marL="9144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  <a:defRPr sz="2800"/>
            </a:lvl2pPr>
            <a:lvl3pPr indent="-335280" lvl="2" marL="13716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  <a:defRPr sz="2400"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6pPr>
            <a:lvl7pPr indent="-3175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7pPr>
            <a:lvl8pPr indent="-3175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8pPr>
            <a:lvl9pPr indent="-3175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  <a:defRPr sz="20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122913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64" name="Google Shape;64;p18"/>
          <p:cNvSpPr txBox="1"/>
          <p:nvPr>
            <p:ph type="title"/>
          </p:nvPr>
        </p:nvSpPr>
        <p:spPr>
          <a:xfrm>
            <a:off x="122913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9" name="Google Shape;69;p19"/>
          <p:cNvSpPr/>
          <p:nvPr>
            <p:ph idx="2" type="pic"/>
          </p:nvPr>
        </p:nvSpPr>
        <p:spPr>
          <a:xfrm>
            <a:off x="5396249" y="987425"/>
            <a:ext cx="5943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3A6331"/>
              </a:buClr>
              <a:buSzPts val="2240"/>
              <a:buFont typeface="Noto Sans Symbols"/>
              <a:buNone/>
              <a:defRPr b="0" i="0" sz="3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3A6331"/>
              </a:buClr>
              <a:buSzPts val="1960"/>
              <a:buFont typeface="Noto Sans Symbols"/>
              <a:buNone/>
              <a:defRPr b="0" i="0" sz="28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3A6331"/>
              </a:buClr>
              <a:buSzPts val="1680"/>
              <a:buFont typeface="Noto Sans Symbols"/>
              <a:buNone/>
              <a:defRPr b="0" i="0" sz="24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A633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A633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A633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A633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A633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A6331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1222767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71" name="Google Shape;71;p19"/>
          <p:cNvSpPr txBox="1"/>
          <p:nvPr>
            <p:ph type="title"/>
          </p:nvPr>
        </p:nvSpPr>
        <p:spPr>
          <a:xfrm>
            <a:off x="1222767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4110831" y="-1066006"/>
            <a:ext cx="4351338" cy="101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1pPr>
            <a:lvl2pPr indent="-30861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2pPr>
            <a:lvl3pPr indent="-30861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3pPr>
            <a:lvl4pPr indent="-30861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4pPr>
            <a:lvl5pPr indent="-30861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5pPr>
            <a:lvl6pPr indent="-30861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6pPr>
            <a:lvl7pPr indent="-30861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7pPr>
            <a:lvl8pPr indent="-308609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8pPr>
            <a:lvl9pPr indent="-308609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1pPr>
            <a:lvl2pPr indent="-30861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2pPr>
            <a:lvl3pPr indent="-30861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3pPr>
            <a:lvl4pPr indent="-30861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4pPr>
            <a:lvl5pPr indent="-30861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5pPr>
            <a:lvl6pPr indent="-30861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6pPr>
            <a:lvl7pPr indent="-30861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7pPr>
            <a:lvl8pPr indent="-308609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8pPr>
            <a:lvl9pPr indent="-308609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260"/>
              <a:buChar char="►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idx="10" type="dt"/>
          </p:nvPr>
        </p:nvSpPr>
        <p:spPr>
          <a:xfrm>
            <a:off x="838200" y="6356350"/>
            <a:ext cx="1248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1" type="ftr"/>
          </p:nvPr>
        </p:nvSpPr>
        <p:spPr>
          <a:xfrm>
            <a:off x="3147644" y="6356350"/>
            <a:ext cx="59260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0585938" y="6356350"/>
            <a:ext cx="7678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3" name="Google Shape;13;p10"/>
          <p:cNvSpPr txBox="1"/>
          <p:nvPr>
            <p:ph idx="1" type="body"/>
          </p:nvPr>
        </p:nvSpPr>
        <p:spPr>
          <a:xfrm>
            <a:off x="1219200" y="1825625"/>
            <a:ext cx="10134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3060" lvl="0" marL="45720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3A6331"/>
              </a:buClr>
              <a:buSzPts val="1960"/>
              <a:buFont typeface="Noto Sans Symbols"/>
              <a:buChar char="►"/>
              <a:defRPr b="0" i="0" sz="28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5280" lvl="1" marL="9144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rgbClr val="3A6331"/>
              </a:buClr>
              <a:buSzPts val="1680"/>
              <a:buFont typeface="Noto Sans Symbols"/>
              <a:buChar char="►"/>
              <a:defRPr b="0" i="0" sz="24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A6331"/>
              </a:buClr>
              <a:buSzPts val="1400"/>
              <a:buFont typeface="Noto Sans Symbols"/>
              <a:buChar char="►"/>
              <a:defRPr b="0" i="0" sz="20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8610" lvl="3" marL="1828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3A6331"/>
              </a:buClr>
              <a:buSzPts val="1260"/>
              <a:buFont typeface="Noto Sans Symbols"/>
              <a:buChar char="►"/>
              <a:defRPr b="0" i="0" sz="18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8610" lvl="4" marL="22860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3A6331"/>
              </a:buClr>
              <a:buSzPts val="1260"/>
              <a:buFont typeface="Noto Sans Symbols"/>
              <a:buChar char="►"/>
              <a:defRPr b="0" i="0" sz="18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8610" lvl="5" marL="27432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3A6331"/>
              </a:buClr>
              <a:buSzPts val="1260"/>
              <a:buFont typeface="Noto Sans Symbols"/>
              <a:buChar char="►"/>
              <a:defRPr b="0" i="0" sz="18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8610" lvl="6" marL="32004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3A6331"/>
              </a:buClr>
              <a:buSzPts val="1260"/>
              <a:buFont typeface="Noto Sans Symbols"/>
              <a:buChar char="►"/>
              <a:defRPr b="0" i="0" sz="18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8609" lvl="7" marL="36576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3A6331"/>
              </a:buClr>
              <a:buSzPts val="1260"/>
              <a:buFont typeface="Noto Sans Symbols"/>
              <a:buChar char="►"/>
              <a:defRPr b="0" i="0" sz="18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8609" lvl="8" marL="4114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3A6331"/>
              </a:buClr>
              <a:buSzPts val="1260"/>
              <a:buFont typeface="Noto Sans Symbols"/>
              <a:buChar char="►"/>
              <a:defRPr b="0" i="0" sz="1800" u="none" cap="none" strike="noStrike">
                <a:solidFill>
                  <a:srgbClr val="F2E9D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768">
          <p15:clr>
            <a:srgbClr val="F26B43"/>
          </p15:clr>
        </p15:guide>
        <p15:guide id="3" pos="7152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en-AU"/>
              <a:t>JavaScript Continued</a:t>
            </a:r>
            <a:endParaRPr/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1524000" y="10414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2E9DD"/>
              </a:buClr>
              <a:buSzPts val="6000"/>
              <a:buFont typeface="Century Gothic"/>
              <a:buNone/>
            </a:pPr>
            <a:r>
              <a:rPr lang="en-AU"/>
              <a:t>JS Lesson 2.2 – Variables and Data Types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idx="1" type="body"/>
          </p:nvPr>
        </p:nvSpPr>
        <p:spPr>
          <a:xfrm>
            <a:off x="1219200" y="1825625"/>
            <a:ext cx="10134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60"/>
              <a:buChar char="►"/>
            </a:pPr>
            <a:r>
              <a:rPr lang="en-AU"/>
              <a:t>Discussion of short-term (volatile) and long-term (permanent) memory on a computer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lang="en-AU"/>
              <a:t>Variable types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</a:pPr>
            <a:r>
              <a:rPr lang="en-AU"/>
              <a:t>Standard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</a:pPr>
            <a:r>
              <a:rPr lang="en-AU"/>
              <a:t>Constant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</a:pPr>
            <a:r>
              <a:rPr lang="en-AU"/>
              <a:t>Array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lang="en-AU"/>
              <a:t>Data types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</a:pPr>
            <a:r>
              <a:rPr lang="en-AU"/>
              <a:t>String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</a:pPr>
            <a:r>
              <a:rPr lang="en-AU"/>
              <a:t>Integer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00"/>
              <a:buChar char="►"/>
            </a:pPr>
            <a:r>
              <a:rPr lang="en-AU"/>
              <a:t>Float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</a:pPr>
            <a:r>
              <a:rPr lang="en-AU"/>
              <a:t>Programming in JavaScript</a:t>
            </a:r>
            <a:endParaRPr/>
          </a:p>
          <a:p>
            <a:pPr indent="-104140" lvl="0" marL="228600" rtl="0" algn="l">
              <a:lnSpc>
                <a:spcPct val="80000"/>
              </a:lnSpc>
              <a:spcBef>
                <a:spcPts val="84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Century Gothic"/>
              <a:buNone/>
            </a:pPr>
            <a:r>
              <a:rPr lang="en-AU"/>
              <a:t>What’s going to happen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1219200" y="1825625"/>
            <a:ext cx="10134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60"/>
              <a:buChar char="►"/>
            </a:pPr>
            <a:r>
              <a:rPr b="1" lang="en-AU"/>
              <a:t>Short-term </a:t>
            </a:r>
            <a:r>
              <a:rPr lang="en-AU"/>
              <a:t>or volatile memory refers to memory which deletes itself when the computer is switched off.</a:t>
            </a:r>
            <a:br>
              <a:rPr lang="en-AU"/>
            </a:br>
            <a:br>
              <a:rPr lang="en-AU"/>
            </a:br>
            <a:r>
              <a:rPr lang="en-AU"/>
              <a:t>The most common type is </a:t>
            </a:r>
            <a:r>
              <a:rPr b="1" lang="en-AU"/>
              <a:t>RAM</a:t>
            </a:r>
            <a:r>
              <a:rPr lang="en-AU"/>
              <a:t>.</a:t>
            </a:r>
            <a:br>
              <a:rPr lang="en-AU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</a:pPr>
            <a:r>
              <a:rPr b="1" lang="en-AU"/>
              <a:t>Long-term</a:t>
            </a:r>
            <a:r>
              <a:rPr lang="en-AU"/>
              <a:t> or permament memory refers to memory which stores itself on some external device when the computer is switched off.</a:t>
            </a:r>
            <a:br>
              <a:rPr lang="en-AU"/>
            </a:br>
            <a:br>
              <a:rPr lang="en-AU"/>
            </a:br>
            <a:r>
              <a:rPr lang="en-AU"/>
              <a:t>The most common type is a </a:t>
            </a:r>
            <a:r>
              <a:rPr b="1" lang="en-AU"/>
              <a:t>hard disk </a:t>
            </a:r>
            <a:r>
              <a:rPr lang="en-AU"/>
              <a:t>or </a:t>
            </a:r>
            <a:r>
              <a:rPr b="1" lang="en-AU"/>
              <a:t>memory stick</a:t>
            </a:r>
            <a:r>
              <a:rPr lang="en-AU"/>
              <a:t>.</a:t>
            </a:r>
            <a:endParaRPr/>
          </a:p>
        </p:txBody>
      </p:sp>
      <p:sp>
        <p:nvSpPr>
          <p:cNvPr id="102" name="Google Shape;102;p4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Century Gothic"/>
              <a:buNone/>
            </a:pPr>
            <a:r>
              <a:rPr lang="en-AU"/>
              <a:t>Memory Types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1219200" y="1825625"/>
            <a:ext cx="10134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60"/>
              <a:buChar char="►"/>
            </a:pPr>
            <a:r>
              <a:rPr lang="en-AU"/>
              <a:t>Variables are a type of temporary storage, like a letter box in RAM.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b="1" lang="en-AU"/>
              <a:t>Constants</a:t>
            </a:r>
            <a:r>
              <a:rPr lang="en-AU"/>
              <a:t>: set once, never change again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b="1" lang="en-AU"/>
              <a:t>Standard</a:t>
            </a:r>
            <a:r>
              <a:rPr lang="en-AU"/>
              <a:t>: set and change as many times as you like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b="1" lang="en-AU"/>
              <a:t>Array</a:t>
            </a:r>
            <a:r>
              <a:rPr lang="en-AU"/>
              <a:t>: like a database table in memory</a:t>
            </a:r>
            <a:br>
              <a:rPr lang="en-AU"/>
            </a:br>
            <a:br>
              <a:rPr lang="en-AU"/>
            </a:b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Century Gothic"/>
              <a:buNone/>
            </a:pPr>
            <a:r>
              <a:rPr lang="en-AU"/>
              <a:t>Variables</a:t>
            </a:r>
            <a:endParaRPr/>
          </a:p>
        </p:txBody>
      </p:sp>
      <p:graphicFrame>
        <p:nvGraphicFramePr>
          <p:cNvPr id="109" name="Google Shape;109;p5"/>
          <p:cNvGraphicFramePr/>
          <p:nvPr/>
        </p:nvGraphicFramePr>
        <p:xfrm>
          <a:off x="2019119" y="45833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{104547AC-D991-4D76-BE91-ED15DE04E7DC}</a:tableStyleId>
              </a:tblPr>
              <a:tblGrid>
                <a:gridCol w="990950"/>
                <a:gridCol w="3931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cap="none" strike="noStrike"/>
                        <a:t>Index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Value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Person 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2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Person 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AU" sz="1800"/>
                        <a:t>3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Person</a:t>
                      </a:r>
                      <a:r>
                        <a:rPr lang="en-AU" sz="1800"/>
                        <a:t> 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0" name="Google Shape;110;p5"/>
          <p:cNvSpPr txBox="1"/>
          <p:nvPr/>
        </p:nvSpPr>
        <p:spPr>
          <a:xfrm>
            <a:off x="1931831" y="4136195"/>
            <a:ext cx="1736373" cy="369332"/>
          </a:xfrm>
          <a:prstGeom prst="rect">
            <a:avLst/>
          </a:prstGeom>
          <a:noFill/>
          <a:ln cap="flat" cmpd="sng" w="9525">
            <a:solidFill>
              <a:srgbClr val="274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ExampleArray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7300175" y="4533361"/>
            <a:ext cx="4053625" cy="1200329"/>
          </a:xfrm>
          <a:prstGeom prst="rect">
            <a:avLst/>
          </a:prstGeom>
          <a:noFill/>
          <a:ln cap="flat" cmpd="sng" w="9525">
            <a:solidFill>
              <a:srgbClr val="274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ExampleArray[1] -&gt; “Person 1”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ExampleArray[2] -&gt; 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ExampleArray[3] -&gt; __________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1219200" y="1825625"/>
            <a:ext cx="10134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60"/>
              <a:buChar char="►"/>
            </a:pPr>
            <a:r>
              <a:rPr b="1" lang="en-AU"/>
              <a:t>String</a:t>
            </a:r>
            <a:r>
              <a:rPr lang="en-AU"/>
              <a:t>: names, addresses, any data with a lot of letters e.g. Tom, Fred, RAM, RDBMS, etc.</a:t>
            </a:r>
            <a:br>
              <a:rPr lang="en-AU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</a:pPr>
            <a:r>
              <a:rPr b="1" lang="en-AU"/>
              <a:t>Integer</a:t>
            </a:r>
            <a:r>
              <a:rPr lang="en-AU"/>
              <a:t>: data which is in whole numbers e.g. 1, 2, 3, -1, </a:t>
            </a:r>
            <a:br>
              <a:rPr lang="en-AU"/>
            </a:br>
            <a:r>
              <a:rPr lang="en-AU"/>
              <a:t>-2, 0 etc.</a:t>
            </a:r>
            <a:br>
              <a:rPr lang="en-AU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</a:pPr>
            <a:r>
              <a:rPr b="1" lang="en-AU"/>
              <a:t>Float</a:t>
            </a:r>
            <a:r>
              <a:rPr lang="en-AU"/>
              <a:t>: data which has numbers as decimal points, e.g. 1.2, -1.222, 3.1416 etc.</a:t>
            </a:r>
            <a:endParaRPr/>
          </a:p>
        </p:txBody>
      </p:sp>
      <p:sp>
        <p:nvSpPr>
          <p:cNvPr id="117" name="Google Shape;117;p6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Century Gothic"/>
              <a:buNone/>
            </a:pPr>
            <a:r>
              <a:rPr lang="en-AU"/>
              <a:t>Data Types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450761" y="1506828"/>
            <a:ext cx="11191740" cy="503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60"/>
              <a:buChar char="►"/>
            </a:pPr>
            <a:r>
              <a:rPr lang="en-AU"/>
              <a:t>You will be put in groups.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</a:pPr>
            <a:r>
              <a:rPr lang="en-AU"/>
              <a:t>Discuss what gets stored in: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lang="en-AU"/>
              <a:t>Permanent or long-term memory (ROM, hard disks, USBs etc)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lang="en-AU"/>
              <a:t>Temporary or short-term memory (RAM, cache etc)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lang="en-AU"/>
              <a:t>Constant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lang="en-AU"/>
              <a:t>Standard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lang="en-AU"/>
              <a:t>Arrays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Char char="►"/>
            </a:pPr>
            <a:r>
              <a:rPr lang="en-AU"/>
              <a:t>Variables of type string, integer and float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</a:pPr>
            <a:r>
              <a:rPr lang="en-AU"/>
              <a:t>For each type of storage, give at least </a:t>
            </a:r>
            <a:r>
              <a:rPr b="1" lang="en-AU"/>
              <a:t>two</a:t>
            </a:r>
            <a:r>
              <a:rPr lang="en-AU"/>
              <a:t> examples and </a:t>
            </a:r>
            <a:r>
              <a:rPr b="1" lang="en-AU"/>
              <a:t>justify</a:t>
            </a:r>
            <a:r>
              <a:rPr lang="en-AU"/>
              <a:t> each.</a:t>
            </a:r>
            <a:endParaRPr/>
          </a:p>
          <a:p>
            <a:pPr indent="-121919" lvl="1" marL="68580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Century Gothic"/>
              <a:buNone/>
            </a:pPr>
            <a:r>
              <a:rPr lang="en-AU"/>
              <a:t>Group Activity: Discussion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1219200" y="1709738"/>
            <a:ext cx="10128250" cy="2862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Century Gothic"/>
              <a:buNone/>
            </a:pPr>
            <a:r>
              <a:rPr lang="en-AU"/>
              <a:t>And now … for something different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1219200" y="1825625"/>
            <a:ext cx="10134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60"/>
              <a:buChar char="►"/>
            </a:pPr>
            <a:r>
              <a:rPr lang="en-AU"/>
              <a:t>Go to your Google Classroom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1960"/>
              <a:buChar char="►"/>
            </a:pPr>
            <a:r>
              <a:rPr lang="en-AU"/>
              <a:t>Open </a:t>
            </a:r>
            <a:r>
              <a:rPr b="1" lang="en-AU"/>
              <a:t>JS2.3 – Hello World</a:t>
            </a:r>
            <a:r>
              <a:rPr lang="en-AU"/>
              <a:t> and complete. You will be using a text editor and a web browser. </a:t>
            </a:r>
            <a:endParaRPr/>
          </a:p>
        </p:txBody>
      </p:sp>
      <p:sp>
        <p:nvSpPr>
          <p:cNvPr id="134" name="Google Shape;134;p9"/>
          <p:cNvSpPr txBox="1"/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Century Gothic"/>
              <a:buNone/>
            </a:pPr>
            <a:r>
              <a:rPr lang="en-AU"/>
              <a:t>JavaScript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rligig design template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2014-08-22T21:16:00Z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TC034606169991</vt:lpwstr>
  </property>
</Properties>
</file>